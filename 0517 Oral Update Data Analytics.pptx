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586B75A-687E-405C-8A0B-8D00578BA2C3}" type="datetimeFigureOut">
              <a:rPr lang="en-US" dirty="0"/>
              <a:pPr/>
              <a:t>5/17/2019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3A07B-4367-4FF4-955E-5A1F24B978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A34558-55AA-4446-8973-514858634C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Week 0513-0518</a:t>
            </a:r>
          </a:p>
        </p:txBody>
      </p:sp>
    </p:spTree>
    <p:extLst>
      <p:ext uri="{BB962C8B-B14F-4D97-AF65-F5344CB8AC3E}">
        <p14:creationId xmlns:p14="http://schemas.microsoft.com/office/powerpoint/2010/main" val="3072245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949B-13E5-49FE-AE83-6D7F11F0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Website UI experience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A126-72B2-4FBA-94C1-8015EABF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Consistency</a:t>
            </a:r>
          </a:p>
          <a:p>
            <a:pPr lvl="1"/>
            <a:r>
              <a:rPr lang="en-US" dirty="0"/>
              <a:t>Upfront visuals</a:t>
            </a:r>
          </a:p>
          <a:p>
            <a:pPr lvl="1"/>
            <a:r>
              <a:rPr lang="en-US" dirty="0"/>
              <a:t>Flowchart, tree diagram</a:t>
            </a:r>
          </a:p>
          <a:p>
            <a:pPr lvl="1"/>
            <a:r>
              <a:rPr lang="en-US" dirty="0"/>
              <a:t>More vertical less horizontal content</a:t>
            </a:r>
          </a:p>
          <a:p>
            <a:pPr lvl="1"/>
            <a:r>
              <a:rPr lang="en-US" dirty="0"/>
              <a:t>Sponsor or affiliation logos</a:t>
            </a:r>
          </a:p>
          <a:p>
            <a:pPr lvl="1"/>
            <a:r>
              <a:rPr lang="en-US" dirty="0"/>
              <a:t>Floating subscription window</a:t>
            </a:r>
          </a:p>
          <a:p>
            <a:pPr lvl="1"/>
            <a:r>
              <a:rPr lang="en-US" dirty="0"/>
              <a:t>On-premises chat window</a:t>
            </a:r>
          </a:p>
          <a:p>
            <a:pPr lvl="1"/>
            <a:r>
              <a:rPr lang="en-US" dirty="0"/>
              <a:t>Outcome statistics</a:t>
            </a:r>
          </a:p>
        </p:txBody>
      </p:sp>
    </p:spTree>
    <p:extLst>
      <p:ext uri="{BB962C8B-B14F-4D97-AF65-F5344CB8AC3E}">
        <p14:creationId xmlns:p14="http://schemas.microsoft.com/office/powerpoint/2010/main" val="17203887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949B-13E5-49FE-AE83-6D7F11F0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Consideration Period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A126-72B2-4FBA-94C1-8015EABF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  <a:p>
            <a:pPr lvl="1"/>
            <a:r>
              <a:rPr lang="en-US" dirty="0"/>
              <a:t>Mailbox: catchy titles, “click-baits”</a:t>
            </a:r>
          </a:p>
          <a:p>
            <a:pPr lvl="1"/>
            <a:r>
              <a:rPr lang="en-US" dirty="0"/>
              <a:t>Email bot: the more personified the better</a:t>
            </a:r>
          </a:p>
          <a:p>
            <a:pPr lvl="1"/>
            <a:r>
              <a:rPr lang="en-US" dirty="0"/>
              <a:t>Emails that demand for answers and vision-sharing</a:t>
            </a:r>
          </a:p>
          <a:p>
            <a:pPr lvl="1"/>
            <a:r>
              <a:rPr lang="en-US" dirty="0"/>
              <a:t>Selection/ evaluation/ appointment process</a:t>
            </a:r>
          </a:p>
          <a:p>
            <a:pPr lvl="1"/>
            <a:r>
              <a:rPr lang="en-US" dirty="0"/>
              <a:t>Other blog mentioning</a:t>
            </a:r>
          </a:p>
          <a:p>
            <a:pPr lvl="1"/>
            <a:r>
              <a:rPr lang="en-US" dirty="0"/>
              <a:t>Sharing other professional/ soft skill content</a:t>
            </a:r>
          </a:p>
          <a:p>
            <a:pPr lvl="1"/>
            <a:r>
              <a:rPr lang="en-US" dirty="0"/>
              <a:t>Reinforced association:</a:t>
            </a:r>
          </a:p>
          <a:p>
            <a:pPr lvl="2"/>
            <a:r>
              <a:rPr lang="en-US" dirty="0"/>
              <a:t>Good: on LinkedIn/ Facebook/  </a:t>
            </a:r>
            <a:r>
              <a:rPr lang="en-US" dirty="0" err="1"/>
              <a:t>Youtube</a:t>
            </a:r>
            <a:r>
              <a:rPr lang="en-US" dirty="0"/>
              <a:t>/ </a:t>
            </a:r>
            <a:r>
              <a:rPr lang="en-US" dirty="0" err="1"/>
              <a:t>stackflow</a:t>
            </a:r>
            <a:r>
              <a:rPr lang="en-US" dirty="0"/>
              <a:t>/ bootcamp;</a:t>
            </a:r>
          </a:p>
          <a:p>
            <a:pPr lvl="2"/>
            <a:r>
              <a:rPr lang="en-US" dirty="0"/>
              <a:t>Bad: Instagram, any shopping website</a:t>
            </a:r>
          </a:p>
        </p:txBody>
      </p:sp>
    </p:spTree>
    <p:extLst>
      <p:ext uri="{BB962C8B-B14F-4D97-AF65-F5344CB8AC3E}">
        <p14:creationId xmlns:p14="http://schemas.microsoft.com/office/powerpoint/2010/main" val="4135867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5949B-13E5-49FE-AE83-6D7F11F0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One-week audit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ADA126-72B2-4FBA-94C1-8015EABF00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Asynchronous paired with weekly content release </a:t>
            </a:r>
          </a:p>
          <a:p>
            <a:r>
              <a:rPr lang="en-US" dirty="0"/>
              <a:t>Topics relation presented in diagram</a:t>
            </a:r>
          </a:p>
          <a:p>
            <a:r>
              <a:rPr lang="en-US" dirty="0"/>
              <a:t>Student meet and greet posts (can with photos)</a:t>
            </a:r>
          </a:p>
          <a:p>
            <a:r>
              <a:rPr lang="en-US" dirty="0"/>
              <a:t>Do not start with strenuous reading especially if the course supports free audit</a:t>
            </a:r>
          </a:p>
          <a:p>
            <a:r>
              <a:rPr lang="en-US" dirty="0"/>
              <a:t>Video lecture, script, infographic, instructor analyzing examples, ungraded multiple-choice, student profile enrolled the class </a:t>
            </a:r>
          </a:p>
          <a:p>
            <a:r>
              <a:rPr lang="en-US" dirty="0"/>
              <a:t>Interactive notetaking, quizzes, printable watermarked reading content (encryption protected)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03854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TM03457475[[fn=Frame]]</Template>
  <TotalTime>3339</TotalTime>
  <Words>103</Words>
  <Application>Microsoft Office PowerPoint</Application>
  <PresentationFormat>Widescreen</PresentationFormat>
  <Paragraphs>30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Corbel</vt:lpstr>
      <vt:lpstr>Wingdings 2</vt:lpstr>
      <vt:lpstr>Frame</vt:lpstr>
      <vt:lpstr>Data Analytics</vt:lpstr>
      <vt:lpstr>Website UI experience</vt:lpstr>
      <vt:lpstr>Consideration Period</vt:lpstr>
      <vt:lpstr>One-week audit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Wang, Fiona (GE Renewable Energy, consultant)</dc:creator>
  <cp:lastModifiedBy>Wang, Fiona (GE Renewable Energy, consultant)</cp:lastModifiedBy>
  <cp:revision>5</cp:revision>
  <dcterms:created xsi:type="dcterms:W3CDTF">2019-05-17T16:17:07Z</dcterms:created>
  <dcterms:modified xsi:type="dcterms:W3CDTF">2019-05-19T23:56:56Z</dcterms:modified>
</cp:coreProperties>
</file>