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31DD-C378-48F2-BEA3-A3A6AB3AFE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Intelligence with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7B75C-8A26-49FC-96E8-752559343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Power Query</a:t>
            </a:r>
          </a:p>
          <a:p>
            <a:r>
              <a:rPr lang="en-US" dirty="0"/>
              <a:t>Lookup</a:t>
            </a:r>
          </a:p>
          <a:p>
            <a:r>
              <a:rPr lang="en-US" dirty="0"/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427224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0AC3-0134-4326-929B-DBE61E15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LOAD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74496-4302-4AE3-B1AF-9BF2F9DE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361" y="2222831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Load in from (1) Excel file, (2) text/ CSV file, (3) table/ range of data …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B4960-684B-4657-929D-1F0186BFD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7" y="2752801"/>
            <a:ext cx="5299381" cy="3539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F7092E-5022-471B-8AC8-B126E728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648" y="2752801"/>
            <a:ext cx="5136093" cy="386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5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444F-2745-4492-9CF7-C507B551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EDIT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BB05-B355-4F51-9A7E-4B733638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Workspace for multiple datasets.  You can format columns, remove columns, reorder columns, filter rows, perform calculations, merge datasets (and realize the matching record number instantaneously).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4F306-00D7-42BC-A773-1E5F98E8E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1" y="294938"/>
            <a:ext cx="12146159" cy="626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444F-2745-4492-9CF7-C507B551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EDIT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BB05-B355-4F51-9A7E-4B7336383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334" y="2153412"/>
            <a:ext cx="10498747" cy="3101983"/>
          </a:xfrm>
        </p:spPr>
        <p:txBody>
          <a:bodyPr/>
          <a:lstStyle/>
          <a:p>
            <a:r>
              <a:rPr lang="en-US" dirty="0"/>
              <a:t>Workspace for multiple datasets.  You can format columns, remove columns, reorder columns, filter rows, perform calculations, merge datasets (and realize the matching record number instantaneously).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E7C944-7F87-46E4-B182-41D4FF9F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8" y="2871174"/>
            <a:ext cx="8700618" cy="371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444F-2745-4492-9CF7-C507B551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EDIT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1BF28-D1E6-49B8-99B4-9DACB01C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174" y="2237877"/>
            <a:ext cx="4790555" cy="456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8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7ADC-3C60-4504-8BA0-CAF120D72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ANALYZE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52DD4-CF71-45B5-BEA8-88B22B376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271" y="2229064"/>
            <a:ext cx="7089457" cy="462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241D-F7E8-4E86-8B28-30DDBF25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Pivoted DATA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93BE8-D975-49E1-89F9-308AE011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695" y="2230219"/>
            <a:ext cx="6909069" cy="455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7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397A-AC30-4A31-BD31-62BF875C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8181370" cy="1188720"/>
          </a:xfrm>
        </p:spPr>
        <p:txBody>
          <a:bodyPr/>
          <a:lstStyle/>
          <a:p>
            <a:r>
              <a:rPr lang="en-US" dirty="0"/>
              <a:t>Power query – delete step from 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A32BD-9EBB-439F-A14E-8C1537DB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94" y="2361165"/>
            <a:ext cx="10442856" cy="415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89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171A-9BC4-464D-9A54-33C83C19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– RENAME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CB5F8-3CC3-4053-A41B-895AAE215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758" y="2441188"/>
            <a:ext cx="9676195" cy="375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29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3A06-8AEA-4A8E-8EB6-7EE2F75CB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964692"/>
            <a:ext cx="8271017" cy="1188720"/>
          </a:xfrm>
        </p:spPr>
        <p:txBody>
          <a:bodyPr/>
          <a:lstStyle/>
          <a:p>
            <a:r>
              <a:rPr lang="en-US" dirty="0"/>
              <a:t>Power query – LOAD WRANGLED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F478F7-131B-4BFD-A946-BB0F4110B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438" y="2663747"/>
            <a:ext cx="7731125" cy="305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08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72CD-8A32-4330-A22B-C25CAB98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HOT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1B76-D311-483E-8216-9768BF386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one cell/ column/ row, then Ctrl + Shift + ( ← / → / ↓ / ↑ ) to expand whole selection until hitting blank</a:t>
            </a:r>
          </a:p>
          <a:p>
            <a:endParaRPr lang="en-US" dirty="0"/>
          </a:p>
          <a:p>
            <a:r>
              <a:rPr lang="en-US" dirty="0"/>
              <a:t>Select one cell/ column/ row, then Shift + ( ← / → / ↓ / ↑ ) to expand selection one unit by one unit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multiple regions via holding Ctrl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90640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18663</TotalTime>
  <Words>215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Business Intelligence with excel</vt:lpstr>
      <vt:lpstr>POWER QUERY – LOAD DATA</vt:lpstr>
      <vt:lpstr>POWER QUERY – EDIT DATA</vt:lpstr>
      <vt:lpstr>POWER QUERY – EDIT DATA</vt:lpstr>
      <vt:lpstr>POWER QUERY – EDIT DATA</vt:lpstr>
      <vt:lpstr>POWER QUERY – ANALYZE DATA</vt:lpstr>
      <vt:lpstr>POWER QUERY – Pivoted DATA set</vt:lpstr>
      <vt:lpstr>Power query – delete step from log</vt:lpstr>
      <vt:lpstr>Power query – RENAME COLUMN</vt:lpstr>
      <vt:lpstr>Power query – LOAD WRANGLED DATA</vt:lpstr>
      <vt:lpstr>HELPFUL HOT KEYS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with excel</dc:title>
  <dc:creator>Fiona Wang</dc:creator>
  <cp:lastModifiedBy>Fiona Wang</cp:lastModifiedBy>
  <cp:revision>10</cp:revision>
  <dcterms:created xsi:type="dcterms:W3CDTF">2019-06-15T16:06:58Z</dcterms:created>
  <dcterms:modified xsi:type="dcterms:W3CDTF">2019-07-10T15:53:16Z</dcterms:modified>
</cp:coreProperties>
</file>